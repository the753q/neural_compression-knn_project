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21383625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762" userDrawn="1">
          <p15:clr>
            <a:srgbClr val="A4A3A4"/>
          </p15:clr>
        </p15:guide>
        <p15:guide id="2" pos="71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6"/>
  </p:normalViewPr>
  <p:slideViewPr>
    <p:cSldViewPr snapToGrid="0">
      <p:cViewPr>
        <p:scale>
          <a:sx n="45" d="100"/>
          <a:sy n="45" d="100"/>
        </p:scale>
        <p:origin x="1872" y="392"/>
      </p:cViewPr>
      <p:guideLst>
        <p:guide orient="horz" pos="4762"/>
        <p:guide pos="7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2474395"/>
            <a:ext cx="18176081" cy="5263774"/>
          </a:xfrm>
        </p:spPr>
        <p:txBody>
          <a:bodyPr anchor="b"/>
          <a:lstStyle>
            <a:lvl1pPr algn="ctr">
              <a:defRPr sz="13228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7941160"/>
            <a:ext cx="16037719" cy="3650342"/>
          </a:xfrm>
        </p:spPr>
        <p:txBody>
          <a:bodyPr/>
          <a:lstStyle>
            <a:lvl1pPr marL="0" indent="0" algn="ctr">
              <a:buNone/>
              <a:defRPr sz="5291"/>
            </a:lvl1pPr>
            <a:lvl2pPr marL="1007943" indent="0" algn="ctr">
              <a:buNone/>
              <a:defRPr sz="4409"/>
            </a:lvl2pPr>
            <a:lvl3pPr marL="2015886" indent="0" algn="ctr">
              <a:buNone/>
              <a:defRPr sz="3968"/>
            </a:lvl3pPr>
            <a:lvl4pPr marL="3023829" indent="0" algn="ctr">
              <a:buNone/>
              <a:defRPr sz="3527"/>
            </a:lvl4pPr>
            <a:lvl5pPr marL="4031772" indent="0" algn="ctr">
              <a:buNone/>
              <a:defRPr sz="3527"/>
            </a:lvl5pPr>
            <a:lvl6pPr marL="5039716" indent="0" algn="ctr">
              <a:buNone/>
              <a:defRPr sz="3527"/>
            </a:lvl6pPr>
            <a:lvl7pPr marL="6047659" indent="0" algn="ctr">
              <a:buNone/>
              <a:defRPr sz="3527"/>
            </a:lvl7pPr>
            <a:lvl8pPr marL="7055602" indent="0" algn="ctr">
              <a:buNone/>
              <a:defRPr sz="3527"/>
            </a:lvl8pPr>
            <a:lvl9pPr marL="8063545" indent="0" algn="ctr">
              <a:buNone/>
              <a:defRPr sz="3527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1607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0294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3769342"/>
            <a:ext cx="18443377" cy="6289229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10118069"/>
            <a:ext cx="18443377" cy="3307357"/>
          </a:xfrm>
        </p:spPr>
        <p:txBody>
          <a:bodyPr/>
          <a:lstStyle>
            <a:lvl1pPr marL="0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1pPr>
            <a:lvl2pPr marL="1007943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2pPr>
            <a:lvl3pPr marL="2015886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3pPr>
            <a:lvl4pPr marL="3023829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4pPr>
            <a:lvl5pPr marL="4031772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5pPr>
            <a:lvl6pPr marL="5039716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6pPr>
            <a:lvl7pPr marL="6047659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7pPr>
            <a:lvl8pPr marL="7055602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8pPr>
            <a:lvl9pPr marL="8063545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3330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4024827"/>
            <a:ext cx="9088041" cy="9593089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4024827"/>
            <a:ext cx="9088041" cy="9593089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91362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804969"/>
            <a:ext cx="18443377" cy="2922375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3706342"/>
            <a:ext cx="9046274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5522763"/>
            <a:ext cx="9046274" cy="812315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3706342"/>
            <a:ext cx="9090826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5522763"/>
            <a:ext cx="9090826" cy="812315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7764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21720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3483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2176910"/>
            <a:ext cx="10825460" cy="10744538"/>
          </a:xfrm>
        </p:spPr>
        <p:txBody>
          <a:bodyPr/>
          <a:lstStyle>
            <a:lvl1pPr>
              <a:defRPr sz="7055"/>
            </a:lvl1pPr>
            <a:lvl2pPr>
              <a:defRPr sz="6173"/>
            </a:lvl2pPr>
            <a:lvl3pPr>
              <a:defRPr sz="5291"/>
            </a:lvl3pPr>
            <a:lvl4pPr>
              <a:defRPr sz="4409"/>
            </a:lvl4pPr>
            <a:lvl5pPr>
              <a:defRPr sz="4409"/>
            </a:lvl5pPr>
            <a:lvl6pPr>
              <a:defRPr sz="4409"/>
            </a:lvl6pPr>
            <a:lvl7pPr>
              <a:defRPr sz="4409"/>
            </a:lvl7pPr>
            <a:lvl8pPr>
              <a:defRPr sz="4409"/>
            </a:lvl8pPr>
            <a:lvl9pPr>
              <a:defRPr sz="4409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6070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2176910"/>
            <a:ext cx="10825460" cy="10744538"/>
          </a:xfrm>
        </p:spPr>
        <p:txBody>
          <a:bodyPr anchor="t"/>
          <a:lstStyle>
            <a:lvl1pPr marL="0" indent="0">
              <a:buNone/>
              <a:defRPr sz="7055"/>
            </a:lvl1pPr>
            <a:lvl2pPr marL="1007943" indent="0">
              <a:buNone/>
              <a:defRPr sz="6173"/>
            </a:lvl2pPr>
            <a:lvl3pPr marL="2015886" indent="0">
              <a:buNone/>
              <a:defRPr sz="5291"/>
            </a:lvl3pPr>
            <a:lvl4pPr marL="3023829" indent="0">
              <a:buNone/>
              <a:defRPr sz="4409"/>
            </a:lvl4pPr>
            <a:lvl5pPr marL="4031772" indent="0">
              <a:buNone/>
              <a:defRPr sz="4409"/>
            </a:lvl5pPr>
            <a:lvl6pPr marL="5039716" indent="0">
              <a:buNone/>
              <a:defRPr sz="4409"/>
            </a:lvl6pPr>
            <a:lvl7pPr marL="6047659" indent="0">
              <a:buNone/>
              <a:defRPr sz="4409"/>
            </a:lvl7pPr>
            <a:lvl8pPr marL="7055602" indent="0">
              <a:buNone/>
              <a:defRPr sz="4409"/>
            </a:lvl8pPr>
            <a:lvl9pPr marL="8063545" indent="0">
              <a:buNone/>
              <a:defRPr sz="4409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2059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2629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804966"/>
            <a:ext cx="4610844" cy="12812950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804966"/>
            <a:ext cx="13565237" cy="12812950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739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804969"/>
            <a:ext cx="18443377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4024827"/>
            <a:ext cx="18443377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AF709-A73C-7248-AA62-3BFB3DBFDC2F}" type="datetimeFigureOut">
              <a:rPr lang="sk-SK" smtClean="0"/>
              <a:t>3.5.2026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14013401"/>
            <a:ext cx="7216973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09EFD-873B-2F4A-BE83-BE0FB9FD3A9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20392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015886" rtl="0" eaLnBrk="1" latinLnBrk="0" hangingPunct="1">
        <a:lnSpc>
          <a:spcPct val="90000"/>
        </a:lnSpc>
        <a:spcBef>
          <a:spcPct val="0"/>
        </a:spcBef>
        <a:buNone/>
        <a:defRPr sz="9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3972" indent="-503972" algn="l" defTabSz="2015886" rtl="0" eaLnBrk="1" latinLnBrk="0" hangingPunct="1">
        <a:lnSpc>
          <a:spcPct val="90000"/>
        </a:lnSpc>
        <a:spcBef>
          <a:spcPts val="2205"/>
        </a:spcBef>
        <a:buFont typeface="Arial" panose="020B0604020202020204" pitchFamily="34" charset="0"/>
        <a:buChar char="•"/>
        <a:defRPr sz="6173" kern="1200">
          <a:solidFill>
            <a:schemeClr val="tx1"/>
          </a:solidFill>
          <a:latin typeface="+mn-lt"/>
          <a:ea typeface="+mn-ea"/>
          <a:cs typeface="+mn-cs"/>
        </a:defRPr>
      </a:lvl1pPr>
      <a:lvl2pPr marL="1511915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2pPr>
      <a:lvl3pPr marL="2519858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3pPr>
      <a:lvl4pPr marL="3527801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535744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543687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551630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559573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567517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1007943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2015886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3pPr>
      <a:lvl4pPr marL="3023829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031772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039716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047659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055602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063545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uholník 8">
            <a:extLst>
              <a:ext uri="{FF2B5EF4-FFF2-40B4-BE49-F238E27FC236}">
                <a16:creationId xmlns:a16="http://schemas.microsoft.com/office/drawing/2014/main" id="{A990E05E-DFED-C3FA-68AF-50F4693E65C8}"/>
              </a:ext>
            </a:extLst>
          </p:cNvPr>
          <p:cNvSpPr/>
          <p:nvPr/>
        </p:nvSpPr>
        <p:spPr>
          <a:xfrm>
            <a:off x="-1" y="1468582"/>
            <a:ext cx="21383625" cy="136507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9FFDD957-DCE4-0A74-1ADE-4E4FC1BE16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3660956"/>
            <a:ext cx="7085734" cy="1458394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1AF4CDCC-A151-DF63-7F3C-B811FD5C87B1}"/>
              </a:ext>
            </a:extLst>
          </p:cNvPr>
          <p:cNvSpPr txBox="1"/>
          <p:nvPr/>
        </p:nvSpPr>
        <p:spPr>
          <a:xfrm>
            <a:off x="210982" y="267532"/>
            <a:ext cx="123153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5400" dirty="0">
                <a:latin typeface="+mj-lt"/>
              </a:rPr>
              <a:t>Image </a:t>
            </a:r>
            <a:r>
              <a:rPr lang="sk-SK" sz="5400" dirty="0" err="1">
                <a:latin typeface="+mj-lt"/>
              </a:rPr>
              <a:t>Compression</a:t>
            </a:r>
            <a:r>
              <a:rPr lang="sk-SK" sz="5400" dirty="0">
                <a:latin typeface="+mj-lt"/>
              </a:rPr>
              <a:t> </a:t>
            </a:r>
            <a:r>
              <a:rPr lang="sk-SK" sz="5400" dirty="0" err="1">
                <a:latin typeface="+mj-lt"/>
              </a:rPr>
              <a:t>Using</a:t>
            </a:r>
            <a:r>
              <a:rPr lang="sk-SK" sz="5400" dirty="0">
                <a:latin typeface="+mj-lt"/>
              </a:rPr>
              <a:t> </a:t>
            </a:r>
            <a:r>
              <a:rPr lang="sk-SK" sz="5400" dirty="0" err="1">
                <a:latin typeface="+mj-lt"/>
              </a:rPr>
              <a:t>Neural</a:t>
            </a:r>
            <a:r>
              <a:rPr lang="sk-SK" sz="5400" dirty="0">
                <a:latin typeface="+mj-lt"/>
              </a:rPr>
              <a:t> </a:t>
            </a:r>
            <a:r>
              <a:rPr lang="sk-SK" sz="5400" dirty="0" err="1">
                <a:latin typeface="+mj-lt"/>
              </a:rPr>
              <a:t>Networks</a:t>
            </a:r>
            <a:endParaRPr lang="sk-SK" sz="5400" dirty="0">
              <a:latin typeface="+mj-lt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60DC05A6-32AC-9B83-3CBF-5994CA8FA62F}"/>
              </a:ext>
            </a:extLst>
          </p:cNvPr>
          <p:cNvSpPr txBox="1"/>
          <p:nvPr/>
        </p:nvSpPr>
        <p:spPr>
          <a:xfrm>
            <a:off x="609600" y="2255520"/>
            <a:ext cx="4399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2800" dirty="0">
                <a:solidFill>
                  <a:schemeClr val="bg1"/>
                </a:solidFill>
              </a:rPr>
              <a:t>Image </a:t>
            </a:r>
            <a:r>
              <a:rPr lang="sk-SK" sz="2800" dirty="0" err="1">
                <a:solidFill>
                  <a:schemeClr val="bg1"/>
                </a:solidFill>
              </a:rPr>
              <a:t>is</a:t>
            </a:r>
            <a:r>
              <a:rPr lang="sk-SK" sz="2800" dirty="0">
                <a:solidFill>
                  <a:schemeClr val="bg1"/>
                </a:solidFill>
              </a:rPr>
              <a:t> </a:t>
            </a:r>
            <a:r>
              <a:rPr lang="sk-SK" sz="2800" dirty="0" err="1">
                <a:solidFill>
                  <a:schemeClr val="bg1"/>
                </a:solidFill>
              </a:rPr>
              <a:t>compressed</a:t>
            </a:r>
            <a:r>
              <a:rPr lang="sk-SK" sz="2800" dirty="0">
                <a:solidFill>
                  <a:schemeClr val="bg1"/>
                </a:solidFill>
              </a:rPr>
              <a:t> </a:t>
            </a:r>
            <a:r>
              <a:rPr lang="sk-SK" sz="2800" dirty="0" err="1">
                <a:solidFill>
                  <a:schemeClr val="bg1"/>
                </a:solidFill>
              </a:rPr>
              <a:t>when</a:t>
            </a:r>
            <a:endParaRPr lang="sk-SK" sz="2800" dirty="0">
              <a:solidFill>
                <a:schemeClr val="bg1"/>
              </a:solidFill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08AD4CE1-6DA4-5B87-55D5-D1AA34C16FCA}"/>
              </a:ext>
            </a:extLst>
          </p:cNvPr>
          <p:cNvSpPr txBox="1"/>
          <p:nvPr/>
        </p:nvSpPr>
        <p:spPr>
          <a:xfrm>
            <a:off x="13383257" y="498364"/>
            <a:ext cx="2140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2400" dirty="0" err="1"/>
              <a:t>Jozko</a:t>
            </a:r>
            <a:r>
              <a:rPr lang="sk-SK" sz="2400" dirty="0"/>
              <a:t> </a:t>
            </a:r>
            <a:r>
              <a:rPr lang="sk-SK" sz="2400" dirty="0" err="1"/>
              <a:t>Mrkvicka</a:t>
            </a:r>
            <a:endParaRPr lang="sk-SK" sz="2400" dirty="0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7CDA2EE3-B417-4063-D319-E50D33AB1E06}"/>
              </a:ext>
            </a:extLst>
          </p:cNvPr>
          <p:cNvSpPr txBox="1"/>
          <p:nvPr/>
        </p:nvSpPr>
        <p:spPr>
          <a:xfrm>
            <a:off x="16140311" y="498363"/>
            <a:ext cx="2140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2400" dirty="0" err="1"/>
              <a:t>Jozko</a:t>
            </a:r>
            <a:r>
              <a:rPr lang="sk-SK" sz="2400" dirty="0"/>
              <a:t> </a:t>
            </a:r>
            <a:r>
              <a:rPr lang="sk-SK" sz="2400" dirty="0" err="1"/>
              <a:t>Mrkvicka</a:t>
            </a:r>
            <a:endParaRPr lang="sk-SK" sz="2400" dirty="0"/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1DF8A31B-21AA-0372-0F0F-7801688DE81A}"/>
              </a:ext>
            </a:extLst>
          </p:cNvPr>
          <p:cNvSpPr txBox="1"/>
          <p:nvPr/>
        </p:nvSpPr>
        <p:spPr>
          <a:xfrm>
            <a:off x="18661839" y="498363"/>
            <a:ext cx="2140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2400" dirty="0" err="1"/>
              <a:t>Jozko</a:t>
            </a:r>
            <a:r>
              <a:rPr lang="sk-SK" sz="2400" dirty="0"/>
              <a:t> </a:t>
            </a:r>
            <a:r>
              <a:rPr lang="sk-SK" sz="2400" dirty="0" err="1"/>
              <a:t>Mrkvicka</a:t>
            </a:r>
            <a:endParaRPr lang="sk-SK" sz="2400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BD2F4493-3EC8-AD33-7796-26FD08C85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2088" y="2255520"/>
            <a:ext cx="4957233" cy="371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550588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15</Words>
  <Application>Microsoft Macintosh PowerPoint</Application>
  <PresentationFormat>Vlastná</PresentationFormat>
  <Paragraphs>5</Paragraphs>
  <Slides>1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Motív Office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Macák Tomáš (247037)</dc:creator>
  <cp:lastModifiedBy>Macák Tomáš (247037)</cp:lastModifiedBy>
  <cp:revision>10</cp:revision>
  <dcterms:created xsi:type="dcterms:W3CDTF">2026-05-03T12:02:20Z</dcterms:created>
  <dcterms:modified xsi:type="dcterms:W3CDTF">2026-05-03T13:43:24Z</dcterms:modified>
</cp:coreProperties>
</file>